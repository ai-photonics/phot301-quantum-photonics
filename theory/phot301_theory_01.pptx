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7" r:id="rId1"/>
  </p:sldMasterIdLst>
  <p:notesMasterIdLst>
    <p:notesMasterId r:id="rId4"/>
  </p:notesMasterIdLst>
  <p:handoutMasterIdLst>
    <p:handoutMasterId r:id="rId5"/>
  </p:handoutMasterIdLst>
  <p:sldIdLst>
    <p:sldId id="695" r:id="rId2"/>
    <p:sldId id="696" r:id="rId3"/>
  </p:sldIdLst>
  <p:sldSz cx="21677313" cy="12193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68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B9E2"/>
    <a:srgbClr val="FFEB00"/>
    <a:srgbClr val="0000FF"/>
    <a:srgbClr val="006600"/>
    <a:srgbClr val="008000"/>
    <a:srgbClr val="FF0000"/>
    <a:srgbClr val="D9D9D9"/>
    <a:srgbClr val="9A0E20"/>
    <a:srgbClr val="644444"/>
    <a:srgbClr val="7D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12" autoAdjust="0"/>
    <p:restoredTop sz="87986" autoAdjust="0"/>
  </p:normalViewPr>
  <p:slideViewPr>
    <p:cSldViewPr snapToGrid="0" snapToObjects="1">
      <p:cViewPr varScale="1">
        <p:scale>
          <a:sx n="39" d="100"/>
          <a:sy n="39" d="100"/>
        </p:scale>
        <p:origin x="1670" y="86"/>
      </p:cViewPr>
      <p:guideLst>
        <p:guide orient="horz" pos="3840"/>
        <p:guide pos="68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274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E617C-5A2A-8843-82DB-6D82B404D82F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13058C-37E4-1E4D-9783-788A1300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16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16472-AA8E-6041-BA1D-F63E54F218F4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77221-1729-FD45-9238-64215CA51AF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270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663" y="3631262"/>
            <a:ext cx="16257985" cy="4245175"/>
          </a:xfrm>
        </p:spPr>
        <p:txBody>
          <a:bodyPr anchor="b">
            <a:normAutofit/>
          </a:bodyPr>
          <a:lstStyle>
            <a:lvl1pPr algn="ctr">
              <a:defRPr sz="8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664" y="7918194"/>
            <a:ext cx="16257985" cy="2943960"/>
          </a:xfrm>
        </p:spPr>
        <p:txBody>
          <a:bodyPr/>
          <a:lstStyle>
            <a:lvl1pPr marL="0" indent="0" algn="ctr">
              <a:buNone/>
              <a:defRPr sz="4267">
                <a:solidFill>
                  <a:schemeClr val="tx1"/>
                </a:solidFill>
              </a:defRPr>
            </a:lvl1pPr>
            <a:lvl2pPr marL="812902" indent="0" algn="ctr">
              <a:buNone/>
              <a:defRPr sz="3556"/>
            </a:lvl2pPr>
            <a:lvl3pPr marL="1625803" indent="0" algn="ctr">
              <a:buNone/>
              <a:defRPr sz="3200"/>
            </a:lvl3pPr>
            <a:lvl4pPr marL="2438705" indent="0" algn="ctr">
              <a:buNone/>
              <a:defRPr sz="2845"/>
            </a:lvl4pPr>
            <a:lvl5pPr marL="3251606" indent="0" algn="ctr">
              <a:buNone/>
              <a:defRPr sz="2845"/>
            </a:lvl5pPr>
            <a:lvl6pPr marL="4064508" indent="0" algn="ctr">
              <a:buNone/>
              <a:defRPr sz="2845"/>
            </a:lvl6pPr>
            <a:lvl7pPr marL="4877410" indent="0" algn="ctr">
              <a:buNone/>
              <a:defRPr sz="2845"/>
            </a:lvl7pPr>
            <a:lvl8pPr marL="5690311" indent="0" algn="ctr">
              <a:buNone/>
              <a:defRPr sz="2845"/>
            </a:lvl8pPr>
            <a:lvl9pPr marL="6503213" indent="0" algn="ctr">
              <a:buNone/>
              <a:defRPr sz="2845"/>
            </a:lvl9pPr>
          </a:lstStyle>
          <a:p>
            <a:r>
              <a:rPr lang="nl-BE" dirty="0"/>
              <a:t>Click to edit Master subtitle style</a:t>
            </a:r>
            <a:endParaRPr lang="en-US" dirty="0"/>
          </a:p>
        </p:txBody>
      </p:sp>
      <p:pic>
        <p:nvPicPr>
          <p:cNvPr id="7" name="Picture 2" descr="İYTE Logoları – Basın ve Halkla İlişkiler Koordinatörlüğü">
            <a:extLst>
              <a:ext uri="{FF2B5EF4-FFF2-40B4-BE49-F238E27FC236}">
                <a16:creationId xmlns:a16="http://schemas.microsoft.com/office/drawing/2014/main" id="{CB78D0D1-7794-1449-CA77-6532F27E19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5321" y="-10009"/>
            <a:ext cx="1537433" cy="153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56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hit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16" y="456910"/>
            <a:ext cx="18649564" cy="1013974"/>
          </a:xfrm>
        </p:spPr>
        <p:txBody>
          <a:bodyPr/>
          <a:lstStyle>
            <a:lvl1pPr algn="ctr">
              <a:defRPr sz="6000">
                <a:solidFill>
                  <a:srgbClr val="9A0E20"/>
                </a:solidFill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83492" y="11673731"/>
            <a:ext cx="4877395" cy="450490"/>
          </a:xfr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198DBD-1B76-8BEC-DBEC-B665CFE9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842" y="11673731"/>
            <a:ext cx="5523764" cy="45049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B9736F3D-B59F-44FD-93C3-3529C0578F26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BC4B047-BBD8-D5F0-1403-8316258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606" y="11673731"/>
            <a:ext cx="10598886" cy="45049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Lecture 00: Introduction to the course</a:t>
            </a:r>
          </a:p>
        </p:txBody>
      </p:sp>
    </p:spTree>
    <p:extLst>
      <p:ext uri="{BB962C8B-B14F-4D97-AF65-F5344CB8AC3E}">
        <p14:creationId xmlns:p14="http://schemas.microsoft.com/office/powerpoint/2010/main" val="3467871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3D37A-F057-0BE8-79FB-6679454776D5}"/>
              </a:ext>
            </a:extLst>
          </p:cNvPr>
          <p:cNvSpPr/>
          <p:nvPr userDrawn="1"/>
        </p:nvSpPr>
        <p:spPr>
          <a:xfrm>
            <a:off x="1490316" y="1985963"/>
            <a:ext cx="18649564" cy="90439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16" y="456910"/>
            <a:ext cx="18649564" cy="1013974"/>
          </a:xfrm>
        </p:spPr>
        <p:txBody>
          <a:bodyPr/>
          <a:lstStyle>
            <a:lvl1pPr algn="ctr">
              <a:defRPr sz="6000">
                <a:solidFill>
                  <a:srgbClr val="9A0E20"/>
                </a:solidFill>
              </a:defRPr>
            </a:lvl1pPr>
          </a:lstStyle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7488" y="2386013"/>
            <a:ext cx="16344900" cy="8301037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83492" y="11673731"/>
            <a:ext cx="4877395" cy="450490"/>
          </a:xfr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4198DBD-1B76-8BEC-DBEC-B665CFE9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842" y="11673731"/>
            <a:ext cx="5523764" cy="45049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C00000"/>
                </a:solidFill>
              </a:defRPr>
            </a:lvl1pPr>
          </a:lstStyle>
          <a:p>
            <a:fld id="{962B61B8-D63F-426E-8BA0-9E01434B52EE}" type="datetime1">
              <a:rPr lang="tr-TR" smtClean="0"/>
              <a:t>29.09.2026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BC4B047-BBD8-D5F0-1403-831625879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606" y="11673731"/>
            <a:ext cx="10598886" cy="45049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Lecture 00: Introduction to the course</a:t>
            </a:r>
          </a:p>
        </p:txBody>
      </p:sp>
    </p:spTree>
    <p:extLst>
      <p:ext uri="{BB962C8B-B14F-4D97-AF65-F5344CB8AC3E}">
        <p14:creationId xmlns:p14="http://schemas.microsoft.com/office/powerpoint/2010/main" val="185011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24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316" y="20548"/>
            <a:ext cx="18696682" cy="10139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B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316" y="1930399"/>
            <a:ext cx="18696682" cy="9250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  <a:p>
            <a:pPr lvl="2"/>
            <a:r>
              <a:rPr lang="nl-BE" dirty="0"/>
              <a:t>Third level</a:t>
            </a:r>
          </a:p>
          <a:p>
            <a:pPr lvl="3"/>
            <a:r>
              <a:rPr lang="nl-BE" dirty="0"/>
              <a:t>Fourth level</a:t>
            </a:r>
          </a:p>
          <a:p>
            <a:pPr lvl="4"/>
            <a:r>
              <a:rPr lang="nl-BE" dirty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9603" y="11301650"/>
            <a:ext cx="4877395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9B391-82AD-1B4C-9073-F5FC7B3F8B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8" r:id="rId2"/>
    <p:sldLayoutId id="2147483687" r:id="rId3"/>
    <p:sldLayoutId id="2147483681" r:id="rId4"/>
  </p:sldLayoutIdLst>
  <p:hf hdr="0"/>
  <p:txStyles>
    <p:titleStyle>
      <a:lvl1pPr algn="l" defTabSz="1625803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bg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406451" indent="-406451" algn="l" defTabSz="1625803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1pPr>
      <a:lvl2pPr marL="1219352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2pPr>
      <a:lvl3pPr marL="2032254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3pPr>
      <a:lvl4pPr marL="2845156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4pPr>
      <a:lvl5pPr marL="3658057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5pPr>
      <a:lvl6pPr marL="4470959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860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762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9664" indent="-406451" algn="l" defTabSz="1625803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902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803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705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606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508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7410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90311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3213" algn="l" defTabSz="1625803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69C1-8171-6308-19BA-ED657DDE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D118FD01-8435-0AF0-D37C-053DAB3FFDC1}"/>
              </a:ext>
            </a:extLst>
          </p:cNvPr>
          <p:cNvGrpSpPr/>
          <p:nvPr/>
        </p:nvGrpSpPr>
        <p:grpSpPr>
          <a:xfrm>
            <a:off x="11033220" y="484095"/>
            <a:ext cx="11071113" cy="11494267"/>
            <a:chOff x="11033220" y="484095"/>
            <a:chExt cx="11071113" cy="1149426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BBFEA16-0DBF-6526-F97E-D2B3972B65C5}"/>
                </a:ext>
              </a:extLst>
            </p:cNvPr>
            <p:cNvCxnSpPr>
              <a:cxnSpLocks/>
            </p:cNvCxnSpPr>
            <p:nvPr/>
          </p:nvCxnSpPr>
          <p:spPr>
            <a:xfrm>
              <a:off x="12230274" y="11978362"/>
              <a:ext cx="9168089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908367-8E76-8043-11F3-3D3C61C49B1C}"/>
                    </a:ext>
                  </a:extLst>
                </p:cNvPr>
                <p:cNvSpPr txBox="1"/>
                <p:nvPr/>
              </p:nvSpPr>
              <p:spPr>
                <a:xfrm>
                  <a:off x="11839960" y="710202"/>
                  <a:ext cx="3133208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4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4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TR" sz="4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908367-8E76-8043-11F3-3D3C61C49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39960" y="710202"/>
                  <a:ext cx="3133208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4E5F834A-3233-DE14-89B1-B58FD7CAC5D0}"/>
                </a:ext>
              </a:extLst>
            </p:cNvPr>
            <p:cNvSpPr/>
            <p:nvPr/>
          </p:nvSpPr>
          <p:spPr>
            <a:xfrm>
              <a:off x="12461753" y="7328606"/>
              <a:ext cx="8382000" cy="1661153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9018717"/>
                <a:gd name="connsiteY0" fmla="*/ 1706881 h 1745140"/>
                <a:gd name="connsiteX1" fmla="*/ 903983 w 9018717"/>
                <a:gd name="connsiteY1" fmla="*/ 1718456 h 1745140"/>
                <a:gd name="connsiteX2" fmla="*/ 2926080 w 9018717"/>
                <a:gd name="connsiteY2" fmla="*/ 1 h 1745140"/>
                <a:gd name="connsiteX3" fmla="*/ 4939689 w 9018717"/>
                <a:gd name="connsiteY3" fmla="*/ 1725786 h 1745140"/>
                <a:gd name="connsiteX4" fmla="*/ 9018717 w 9018717"/>
                <a:gd name="connsiteY4" fmla="*/ 1745140 h 1745140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20797" h="1745140">
                  <a:moveTo>
                    <a:pt x="0" y="1680197"/>
                  </a:moveTo>
                  <a:cubicBezTo>
                    <a:pt x="635354" y="1692950"/>
                    <a:pt x="795879" y="1731647"/>
                    <a:pt x="1906063" y="1718456"/>
                  </a:cubicBezTo>
                  <a:cubicBezTo>
                    <a:pt x="3016247" y="1705265"/>
                    <a:pt x="3255542" y="-1221"/>
                    <a:pt x="3928160" y="1"/>
                  </a:cubicBezTo>
                  <a:cubicBezTo>
                    <a:pt x="4600778" y="1223"/>
                    <a:pt x="4908664" y="1728744"/>
                    <a:pt x="5941769" y="1725786"/>
                  </a:cubicBezTo>
                  <a:lnTo>
                    <a:pt x="10020797" y="1745140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011FCA4C-4D1B-7FFC-A516-1B44AE82835E}"/>
                </a:ext>
              </a:extLst>
            </p:cNvPr>
            <p:cNvSpPr/>
            <p:nvPr/>
          </p:nvSpPr>
          <p:spPr>
            <a:xfrm>
              <a:off x="12230274" y="2131116"/>
              <a:ext cx="8712201" cy="1114746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7283342"/>
                <a:gd name="connsiteY0" fmla="*/ 1609401 h 1815337"/>
                <a:gd name="connsiteX1" fmla="*/ 2326677 w 7283342"/>
                <a:gd name="connsiteY1" fmla="*/ 1718456 h 1815337"/>
                <a:gd name="connsiteX2" fmla="*/ 4348774 w 7283342"/>
                <a:gd name="connsiteY2" fmla="*/ 1 h 1815337"/>
                <a:gd name="connsiteX3" fmla="*/ 6362383 w 7283342"/>
                <a:gd name="connsiteY3" fmla="*/ 1725786 h 1815337"/>
                <a:gd name="connsiteX4" fmla="*/ 7283342 w 7283342"/>
                <a:gd name="connsiteY4" fmla="*/ 1718456 h 1815337"/>
                <a:gd name="connsiteX0" fmla="*/ 0 w 7283342"/>
                <a:gd name="connsiteY0" fmla="*/ 1609401 h 1736094"/>
                <a:gd name="connsiteX1" fmla="*/ 2326677 w 7283342"/>
                <a:gd name="connsiteY1" fmla="*/ 1718456 h 1736094"/>
                <a:gd name="connsiteX2" fmla="*/ 4348774 w 7283342"/>
                <a:gd name="connsiteY2" fmla="*/ 1 h 1736094"/>
                <a:gd name="connsiteX3" fmla="*/ 6362383 w 7283342"/>
                <a:gd name="connsiteY3" fmla="*/ 1725786 h 1736094"/>
                <a:gd name="connsiteX4" fmla="*/ 7283342 w 7283342"/>
                <a:gd name="connsiteY4" fmla="*/ 1718456 h 1736094"/>
                <a:gd name="connsiteX0" fmla="*/ 0 w 7283342"/>
                <a:gd name="connsiteY0" fmla="*/ 1609401 h 1725789"/>
                <a:gd name="connsiteX1" fmla="*/ 2326677 w 7283342"/>
                <a:gd name="connsiteY1" fmla="*/ 1718456 h 1725789"/>
                <a:gd name="connsiteX2" fmla="*/ 4348774 w 7283342"/>
                <a:gd name="connsiteY2" fmla="*/ 1 h 1725789"/>
                <a:gd name="connsiteX3" fmla="*/ 6362383 w 7283342"/>
                <a:gd name="connsiteY3" fmla="*/ 1725786 h 1725789"/>
                <a:gd name="connsiteX4" fmla="*/ 7283342 w 7283342"/>
                <a:gd name="connsiteY4" fmla="*/ 1718456 h 1725789"/>
                <a:gd name="connsiteX0" fmla="*/ 0 w 7283342"/>
                <a:gd name="connsiteY0" fmla="*/ 1808830 h 1925224"/>
                <a:gd name="connsiteX1" fmla="*/ 2326677 w 7283342"/>
                <a:gd name="connsiteY1" fmla="*/ 1917885 h 1925224"/>
                <a:gd name="connsiteX2" fmla="*/ 4348774 w 7283342"/>
                <a:gd name="connsiteY2" fmla="*/ 199430 h 1925224"/>
                <a:gd name="connsiteX3" fmla="*/ 6362383 w 7283342"/>
                <a:gd name="connsiteY3" fmla="*/ 1925215 h 1925224"/>
                <a:gd name="connsiteX4" fmla="*/ 7283342 w 7283342"/>
                <a:gd name="connsiteY4" fmla="*/ 1917885 h 1925224"/>
                <a:gd name="connsiteX0" fmla="*/ 0 w 7283342"/>
                <a:gd name="connsiteY0" fmla="*/ 1756018 h 1872406"/>
                <a:gd name="connsiteX1" fmla="*/ 2326677 w 7283342"/>
                <a:gd name="connsiteY1" fmla="*/ 1865073 h 1872406"/>
                <a:gd name="connsiteX2" fmla="*/ 3515877 w 7283342"/>
                <a:gd name="connsiteY2" fmla="*/ 288832 h 1872406"/>
                <a:gd name="connsiteX3" fmla="*/ 4348774 w 7283342"/>
                <a:gd name="connsiteY3" fmla="*/ 146618 h 1872406"/>
                <a:gd name="connsiteX4" fmla="*/ 6362383 w 7283342"/>
                <a:gd name="connsiteY4" fmla="*/ 1872403 h 1872406"/>
                <a:gd name="connsiteX5" fmla="*/ 7283342 w 7283342"/>
                <a:gd name="connsiteY5" fmla="*/ 1865073 h 1872406"/>
                <a:gd name="connsiteX0" fmla="*/ 0 w 7283342"/>
                <a:gd name="connsiteY0" fmla="*/ 2162893 h 2279283"/>
                <a:gd name="connsiteX1" fmla="*/ 2326677 w 7283342"/>
                <a:gd name="connsiteY1" fmla="*/ 2271948 h 2279283"/>
                <a:gd name="connsiteX2" fmla="*/ 3515877 w 7283342"/>
                <a:gd name="connsiteY2" fmla="*/ 695707 h 2279283"/>
                <a:gd name="connsiteX3" fmla="*/ 4348774 w 7283342"/>
                <a:gd name="connsiteY3" fmla="*/ 553493 h 2279283"/>
                <a:gd name="connsiteX4" fmla="*/ 6362383 w 7283342"/>
                <a:gd name="connsiteY4" fmla="*/ 2279278 h 2279283"/>
                <a:gd name="connsiteX5" fmla="*/ 7283342 w 7283342"/>
                <a:gd name="connsiteY5" fmla="*/ 2271948 h 2279283"/>
                <a:gd name="connsiteX0" fmla="*/ 0 w 7283342"/>
                <a:gd name="connsiteY0" fmla="*/ 2162895 h 2279283"/>
                <a:gd name="connsiteX1" fmla="*/ 2326677 w 7283342"/>
                <a:gd name="connsiteY1" fmla="*/ 2271950 h 2279283"/>
                <a:gd name="connsiteX2" fmla="*/ 3515877 w 7283342"/>
                <a:gd name="connsiteY2" fmla="*/ 695709 h 2279283"/>
                <a:gd name="connsiteX3" fmla="*/ 4348774 w 7283342"/>
                <a:gd name="connsiteY3" fmla="*/ 553495 h 2279283"/>
                <a:gd name="connsiteX4" fmla="*/ 6362383 w 7283342"/>
                <a:gd name="connsiteY4" fmla="*/ 2279280 h 2279283"/>
                <a:gd name="connsiteX5" fmla="*/ 7283342 w 7283342"/>
                <a:gd name="connsiteY5" fmla="*/ 2271950 h 2279283"/>
                <a:gd name="connsiteX0" fmla="*/ 0 w 7283342"/>
                <a:gd name="connsiteY0" fmla="*/ 1831157 h 1947547"/>
                <a:gd name="connsiteX1" fmla="*/ 2326677 w 7283342"/>
                <a:gd name="connsiteY1" fmla="*/ 1940212 h 1947547"/>
                <a:gd name="connsiteX2" fmla="*/ 3515877 w 7283342"/>
                <a:gd name="connsiteY2" fmla="*/ 363971 h 1947547"/>
                <a:gd name="connsiteX3" fmla="*/ 4348774 w 7283342"/>
                <a:gd name="connsiteY3" fmla="*/ 221757 h 1947547"/>
                <a:gd name="connsiteX4" fmla="*/ 6362383 w 7283342"/>
                <a:gd name="connsiteY4" fmla="*/ 1947542 h 1947547"/>
                <a:gd name="connsiteX5" fmla="*/ 7283342 w 7283342"/>
                <a:gd name="connsiteY5" fmla="*/ 1940212 h 1947547"/>
                <a:gd name="connsiteX0" fmla="*/ 0 w 7283342"/>
                <a:gd name="connsiteY0" fmla="*/ 2022717 h 2139103"/>
                <a:gd name="connsiteX1" fmla="*/ 2326677 w 7283342"/>
                <a:gd name="connsiteY1" fmla="*/ 2131772 h 2139103"/>
                <a:gd name="connsiteX2" fmla="*/ 3515877 w 7283342"/>
                <a:gd name="connsiteY2" fmla="*/ 555531 h 2139103"/>
                <a:gd name="connsiteX3" fmla="*/ 4348774 w 7283342"/>
                <a:gd name="connsiteY3" fmla="*/ 413317 h 2139103"/>
                <a:gd name="connsiteX4" fmla="*/ 6362383 w 7283342"/>
                <a:gd name="connsiteY4" fmla="*/ 2139102 h 2139103"/>
                <a:gd name="connsiteX5" fmla="*/ 7283342 w 7283342"/>
                <a:gd name="connsiteY5" fmla="*/ 2131772 h 2139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83342" h="2139103">
                  <a:moveTo>
                    <a:pt x="0" y="2022717"/>
                  </a:moveTo>
                  <a:cubicBezTo>
                    <a:pt x="351485" y="2026575"/>
                    <a:pt x="1325836" y="2156302"/>
                    <a:pt x="2326677" y="2131772"/>
                  </a:cubicBezTo>
                  <a:cubicBezTo>
                    <a:pt x="2912657" y="1887241"/>
                    <a:pt x="3156377" y="-757894"/>
                    <a:pt x="3515877" y="555531"/>
                  </a:cubicBezTo>
                  <a:cubicBezTo>
                    <a:pt x="3875377" y="1868956"/>
                    <a:pt x="4099188" y="1955652"/>
                    <a:pt x="4348774" y="413317"/>
                  </a:cubicBezTo>
                  <a:cubicBezTo>
                    <a:pt x="4598360" y="-1129018"/>
                    <a:pt x="5329278" y="2142060"/>
                    <a:pt x="6362383" y="2139102"/>
                  </a:cubicBezTo>
                  <a:lnTo>
                    <a:pt x="7283342" y="2131772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FFFDE09-4785-DB2C-071E-3B056BF13B5E}"/>
                </a:ext>
              </a:extLst>
            </p:cNvPr>
            <p:cNvCxnSpPr/>
            <p:nvPr/>
          </p:nvCxnSpPr>
          <p:spPr>
            <a:xfrm>
              <a:off x="16350876" y="1204011"/>
              <a:ext cx="0" cy="164006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reeform 57">
              <a:extLst>
                <a:ext uri="{FF2B5EF4-FFF2-40B4-BE49-F238E27FC236}">
                  <a16:creationId xmlns:a16="http://schemas.microsoft.com/office/drawing/2014/main" id="{5C5EB741-FFE4-786C-AA91-9F8723CB181B}"/>
                </a:ext>
              </a:extLst>
            </p:cNvPr>
            <p:cNvSpPr/>
            <p:nvPr/>
          </p:nvSpPr>
          <p:spPr>
            <a:xfrm flipH="1">
              <a:off x="12369162" y="10080210"/>
              <a:ext cx="8436412" cy="1028630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7283342"/>
                <a:gd name="connsiteY0" fmla="*/ 1609401 h 1815337"/>
                <a:gd name="connsiteX1" fmla="*/ 2326677 w 7283342"/>
                <a:gd name="connsiteY1" fmla="*/ 1718456 h 1815337"/>
                <a:gd name="connsiteX2" fmla="*/ 4348774 w 7283342"/>
                <a:gd name="connsiteY2" fmla="*/ 1 h 1815337"/>
                <a:gd name="connsiteX3" fmla="*/ 6362383 w 7283342"/>
                <a:gd name="connsiteY3" fmla="*/ 1725786 h 1815337"/>
                <a:gd name="connsiteX4" fmla="*/ 7283342 w 7283342"/>
                <a:gd name="connsiteY4" fmla="*/ 1718456 h 1815337"/>
                <a:gd name="connsiteX0" fmla="*/ 0 w 7283342"/>
                <a:gd name="connsiteY0" fmla="*/ 1609401 h 1736094"/>
                <a:gd name="connsiteX1" fmla="*/ 2326677 w 7283342"/>
                <a:gd name="connsiteY1" fmla="*/ 1718456 h 1736094"/>
                <a:gd name="connsiteX2" fmla="*/ 4348774 w 7283342"/>
                <a:gd name="connsiteY2" fmla="*/ 1 h 1736094"/>
                <a:gd name="connsiteX3" fmla="*/ 6362383 w 7283342"/>
                <a:gd name="connsiteY3" fmla="*/ 1725786 h 1736094"/>
                <a:gd name="connsiteX4" fmla="*/ 7283342 w 7283342"/>
                <a:gd name="connsiteY4" fmla="*/ 1718456 h 1736094"/>
                <a:gd name="connsiteX0" fmla="*/ 0 w 7283342"/>
                <a:gd name="connsiteY0" fmla="*/ 1609401 h 1725789"/>
                <a:gd name="connsiteX1" fmla="*/ 2326677 w 7283342"/>
                <a:gd name="connsiteY1" fmla="*/ 1718456 h 1725789"/>
                <a:gd name="connsiteX2" fmla="*/ 4348774 w 7283342"/>
                <a:gd name="connsiteY2" fmla="*/ 1 h 1725789"/>
                <a:gd name="connsiteX3" fmla="*/ 6362383 w 7283342"/>
                <a:gd name="connsiteY3" fmla="*/ 1725786 h 1725789"/>
                <a:gd name="connsiteX4" fmla="*/ 7283342 w 7283342"/>
                <a:gd name="connsiteY4" fmla="*/ 1718456 h 1725789"/>
                <a:gd name="connsiteX0" fmla="*/ 0 w 7283342"/>
                <a:gd name="connsiteY0" fmla="*/ 1857467 h 1973853"/>
                <a:gd name="connsiteX1" fmla="*/ 2326677 w 7283342"/>
                <a:gd name="connsiteY1" fmla="*/ 1966522 h 1973853"/>
                <a:gd name="connsiteX2" fmla="*/ 4348774 w 7283342"/>
                <a:gd name="connsiteY2" fmla="*/ 248067 h 1973853"/>
                <a:gd name="connsiteX3" fmla="*/ 6362383 w 7283342"/>
                <a:gd name="connsiteY3" fmla="*/ 1973852 h 1973853"/>
                <a:gd name="connsiteX4" fmla="*/ 7283342 w 7283342"/>
                <a:gd name="connsiteY4" fmla="*/ 1966522 h 197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83342" h="1973853">
                  <a:moveTo>
                    <a:pt x="0" y="1857467"/>
                  </a:moveTo>
                  <a:cubicBezTo>
                    <a:pt x="351485" y="1861325"/>
                    <a:pt x="1325836" y="1991052"/>
                    <a:pt x="2326677" y="1966522"/>
                  </a:cubicBezTo>
                  <a:cubicBezTo>
                    <a:pt x="3327518" y="1941992"/>
                    <a:pt x="2956389" y="1330602"/>
                    <a:pt x="4348774" y="248067"/>
                  </a:cubicBezTo>
                  <a:cubicBezTo>
                    <a:pt x="5741159" y="-834468"/>
                    <a:pt x="5329278" y="1976810"/>
                    <a:pt x="6362383" y="1973852"/>
                  </a:cubicBezTo>
                  <a:lnTo>
                    <a:pt x="7283342" y="1966522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395DFC5-72C1-4BFF-22AF-FAB49793B4D3}"/>
                </a:ext>
              </a:extLst>
            </p:cNvPr>
            <p:cNvSpPr/>
            <p:nvPr/>
          </p:nvSpPr>
          <p:spPr>
            <a:xfrm flipH="1">
              <a:off x="16048710" y="2875021"/>
              <a:ext cx="578644" cy="578644"/>
            </a:xfrm>
            <a:prstGeom prst="ellipse">
              <a:avLst/>
            </a:prstGeom>
            <a:solidFill>
              <a:srgbClr val="5B9B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C901149B-4836-88CD-8909-068F2F4A8B78}"/>
                </a:ext>
              </a:extLst>
            </p:cNvPr>
            <p:cNvSpPr/>
            <p:nvPr/>
          </p:nvSpPr>
          <p:spPr>
            <a:xfrm>
              <a:off x="12441766" y="3991909"/>
              <a:ext cx="8496234" cy="2445649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16550523"/>
                <a:gd name="connsiteY0" fmla="*/ 1706881 h 1754712"/>
                <a:gd name="connsiteX1" fmla="*/ 903983 w 16550523"/>
                <a:gd name="connsiteY1" fmla="*/ 1718456 h 1754712"/>
                <a:gd name="connsiteX2" fmla="*/ 2926080 w 16550523"/>
                <a:gd name="connsiteY2" fmla="*/ 1 h 1754712"/>
                <a:gd name="connsiteX3" fmla="*/ 4939689 w 16550523"/>
                <a:gd name="connsiteY3" fmla="*/ 1725786 h 1754712"/>
                <a:gd name="connsiteX4" fmla="*/ 16550523 w 16550523"/>
                <a:gd name="connsiteY4" fmla="*/ 1754712 h 1754712"/>
                <a:gd name="connsiteX0" fmla="*/ 0 w 16550523"/>
                <a:gd name="connsiteY0" fmla="*/ 1706881 h 1754712"/>
                <a:gd name="connsiteX1" fmla="*/ 903983 w 16550523"/>
                <a:gd name="connsiteY1" fmla="*/ 1718456 h 1754712"/>
                <a:gd name="connsiteX2" fmla="*/ 2926080 w 16550523"/>
                <a:gd name="connsiteY2" fmla="*/ 1 h 1754712"/>
                <a:gd name="connsiteX3" fmla="*/ 4939689 w 16550523"/>
                <a:gd name="connsiteY3" fmla="*/ 1725786 h 1754712"/>
                <a:gd name="connsiteX4" fmla="*/ 11473676 w 16550523"/>
                <a:gd name="connsiteY4" fmla="*/ 1735727 h 1754712"/>
                <a:gd name="connsiteX5" fmla="*/ 16550523 w 16550523"/>
                <a:gd name="connsiteY5" fmla="*/ 1754712 h 1754712"/>
                <a:gd name="connsiteX0" fmla="*/ 0 w 11473676"/>
                <a:gd name="connsiteY0" fmla="*/ 1706881 h 1735727"/>
                <a:gd name="connsiteX1" fmla="*/ 903983 w 11473676"/>
                <a:gd name="connsiteY1" fmla="*/ 1718456 h 1735727"/>
                <a:gd name="connsiteX2" fmla="*/ 2926080 w 11473676"/>
                <a:gd name="connsiteY2" fmla="*/ 1 h 1735727"/>
                <a:gd name="connsiteX3" fmla="*/ 4939689 w 11473676"/>
                <a:gd name="connsiteY3" fmla="*/ 1725786 h 1735727"/>
                <a:gd name="connsiteX4" fmla="*/ 11473676 w 11473676"/>
                <a:gd name="connsiteY4" fmla="*/ 1735727 h 1735727"/>
                <a:gd name="connsiteX0" fmla="*/ 0 w 11473676"/>
                <a:gd name="connsiteY0" fmla="*/ 1706881 h 1735727"/>
                <a:gd name="connsiteX1" fmla="*/ 903983 w 11473676"/>
                <a:gd name="connsiteY1" fmla="*/ 1718456 h 1735727"/>
                <a:gd name="connsiteX2" fmla="*/ 2926080 w 11473676"/>
                <a:gd name="connsiteY2" fmla="*/ 1 h 1735727"/>
                <a:gd name="connsiteX3" fmla="*/ 4939689 w 11473676"/>
                <a:gd name="connsiteY3" fmla="*/ 1725786 h 1735727"/>
                <a:gd name="connsiteX4" fmla="*/ 11473676 w 11473676"/>
                <a:gd name="connsiteY4" fmla="*/ 1735727 h 1735727"/>
                <a:gd name="connsiteX0" fmla="*/ 0 w 15892158"/>
                <a:gd name="connsiteY0" fmla="*/ 1706881 h 1842786"/>
                <a:gd name="connsiteX1" fmla="*/ 5322465 w 15892158"/>
                <a:gd name="connsiteY1" fmla="*/ 1718456 h 1842786"/>
                <a:gd name="connsiteX2" fmla="*/ 7344562 w 15892158"/>
                <a:gd name="connsiteY2" fmla="*/ 1 h 1842786"/>
                <a:gd name="connsiteX3" fmla="*/ 9358171 w 15892158"/>
                <a:gd name="connsiteY3" fmla="*/ 1725786 h 1842786"/>
                <a:gd name="connsiteX4" fmla="*/ 15892158 w 15892158"/>
                <a:gd name="connsiteY4" fmla="*/ 1735727 h 1842786"/>
                <a:gd name="connsiteX0" fmla="*/ 0 w 15892158"/>
                <a:gd name="connsiteY0" fmla="*/ 1706881 h 1735727"/>
                <a:gd name="connsiteX1" fmla="*/ 5322465 w 15892158"/>
                <a:gd name="connsiteY1" fmla="*/ 1718456 h 1735727"/>
                <a:gd name="connsiteX2" fmla="*/ 7344562 w 15892158"/>
                <a:gd name="connsiteY2" fmla="*/ 1 h 1735727"/>
                <a:gd name="connsiteX3" fmla="*/ 9358171 w 15892158"/>
                <a:gd name="connsiteY3" fmla="*/ 1725786 h 1735727"/>
                <a:gd name="connsiteX4" fmla="*/ 15892158 w 15892158"/>
                <a:gd name="connsiteY4" fmla="*/ 1735727 h 1735727"/>
                <a:gd name="connsiteX0" fmla="*/ 0 w 15892158"/>
                <a:gd name="connsiteY0" fmla="*/ 1706881 h 1735727"/>
                <a:gd name="connsiteX1" fmla="*/ 5322465 w 15892158"/>
                <a:gd name="connsiteY1" fmla="*/ 1718456 h 1735727"/>
                <a:gd name="connsiteX2" fmla="*/ 7344562 w 15892158"/>
                <a:gd name="connsiteY2" fmla="*/ 1 h 1735727"/>
                <a:gd name="connsiteX3" fmla="*/ 9358171 w 15892158"/>
                <a:gd name="connsiteY3" fmla="*/ 1725786 h 1735727"/>
                <a:gd name="connsiteX4" fmla="*/ 15892158 w 15892158"/>
                <a:gd name="connsiteY4" fmla="*/ 1735727 h 1735727"/>
                <a:gd name="connsiteX0" fmla="*/ 0 w 15892158"/>
                <a:gd name="connsiteY0" fmla="*/ 1706881 h 1735727"/>
                <a:gd name="connsiteX1" fmla="*/ 5322465 w 15892158"/>
                <a:gd name="connsiteY1" fmla="*/ 1718456 h 1735727"/>
                <a:gd name="connsiteX2" fmla="*/ 7344562 w 15892158"/>
                <a:gd name="connsiteY2" fmla="*/ 1 h 1735727"/>
                <a:gd name="connsiteX3" fmla="*/ 9358171 w 15892158"/>
                <a:gd name="connsiteY3" fmla="*/ 1725786 h 1735727"/>
                <a:gd name="connsiteX4" fmla="*/ 15892158 w 15892158"/>
                <a:gd name="connsiteY4" fmla="*/ 1735727 h 1735727"/>
                <a:gd name="connsiteX0" fmla="*/ 0 w 15892158"/>
                <a:gd name="connsiteY0" fmla="*/ 1706881 h 1745452"/>
                <a:gd name="connsiteX1" fmla="*/ 5322465 w 15892158"/>
                <a:gd name="connsiteY1" fmla="*/ 1718456 h 1745452"/>
                <a:gd name="connsiteX2" fmla="*/ 7344562 w 15892158"/>
                <a:gd name="connsiteY2" fmla="*/ 1 h 1745452"/>
                <a:gd name="connsiteX3" fmla="*/ 9358171 w 15892158"/>
                <a:gd name="connsiteY3" fmla="*/ 1725786 h 1745452"/>
                <a:gd name="connsiteX4" fmla="*/ 15892158 w 15892158"/>
                <a:gd name="connsiteY4" fmla="*/ 1735727 h 1745452"/>
                <a:gd name="connsiteX0" fmla="*/ 0 w 15892158"/>
                <a:gd name="connsiteY0" fmla="*/ 1706881 h 1745452"/>
                <a:gd name="connsiteX1" fmla="*/ 5322465 w 15892158"/>
                <a:gd name="connsiteY1" fmla="*/ 1718456 h 1745452"/>
                <a:gd name="connsiteX2" fmla="*/ 7344562 w 15892158"/>
                <a:gd name="connsiteY2" fmla="*/ 1 h 1745452"/>
                <a:gd name="connsiteX3" fmla="*/ 9358171 w 15892158"/>
                <a:gd name="connsiteY3" fmla="*/ 1725786 h 1745452"/>
                <a:gd name="connsiteX4" fmla="*/ 15892158 w 15892158"/>
                <a:gd name="connsiteY4" fmla="*/ 1735727 h 1745452"/>
                <a:gd name="connsiteX0" fmla="*/ 0 w 15892158"/>
                <a:gd name="connsiteY0" fmla="*/ 1706881 h 1745452"/>
                <a:gd name="connsiteX1" fmla="*/ 5322465 w 15892158"/>
                <a:gd name="connsiteY1" fmla="*/ 1718456 h 1745452"/>
                <a:gd name="connsiteX2" fmla="*/ 7344562 w 15892158"/>
                <a:gd name="connsiteY2" fmla="*/ 1 h 1745452"/>
                <a:gd name="connsiteX3" fmla="*/ 9358171 w 15892158"/>
                <a:gd name="connsiteY3" fmla="*/ 1725786 h 1745452"/>
                <a:gd name="connsiteX4" fmla="*/ 15892158 w 15892158"/>
                <a:gd name="connsiteY4" fmla="*/ 1735727 h 174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92158" h="1745452">
                  <a:moveTo>
                    <a:pt x="0" y="1706881"/>
                  </a:moveTo>
                  <a:lnTo>
                    <a:pt x="5322465" y="1718456"/>
                  </a:lnTo>
                  <a:cubicBezTo>
                    <a:pt x="7924367" y="1724022"/>
                    <a:pt x="6671944" y="-1221"/>
                    <a:pt x="7344562" y="1"/>
                  </a:cubicBezTo>
                  <a:cubicBezTo>
                    <a:pt x="8017180" y="1223"/>
                    <a:pt x="6800091" y="1686216"/>
                    <a:pt x="9358171" y="1725786"/>
                  </a:cubicBezTo>
                  <a:cubicBezTo>
                    <a:pt x="11916251" y="1765356"/>
                    <a:pt x="13714162" y="1732413"/>
                    <a:pt x="15892158" y="1735727"/>
                  </a:cubicBez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5CFBC61-0B38-19E6-6516-BF6CB6C4EF6D}"/>
                    </a:ext>
                  </a:extLst>
                </p:cNvPr>
                <p:cNvSpPr txBox="1"/>
                <p:nvPr/>
              </p:nvSpPr>
              <p:spPr>
                <a:xfrm>
                  <a:off x="20692392" y="11066683"/>
                  <a:ext cx="141194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4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5CFBC61-0B38-19E6-6516-BF6CB6C4EF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92392" y="11066683"/>
                  <a:ext cx="1411941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23BF92-1AA3-E63A-555B-CBD8CAD92E04}"/>
                </a:ext>
              </a:extLst>
            </p:cNvPr>
            <p:cNvSpPr txBox="1"/>
            <p:nvPr/>
          </p:nvSpPr>
          <p:spPr>
            <a:xfrm>
              <a:off x="16522763" y="484095"/>
              <a:ext cx="372850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dirty="0">
                  <a:solidFill>
                    <a:srgbClr val="C00000"/>
                  </a:solidFill>
                </a:rPr>
                <a:t>Position measurement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BE1088C-5B28-CDD3-859D-A58B80A66EC9}"/>
                    </a:ext>
                  </a:extLst>
                </p:cNvPr>
                <p:cNvSpPr txBox="1"/>
                <p:nvPr/>
              </p:nvSpPr>
              <p:spPr>
                <a:xfrm>
                  <a:off x="11033221" y="2160125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BE1088C-5B28-CDD3-859D-A58B80A66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1" y="2160125"/>
                  <a:ext cx="3106271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25FFA94-4EE6-C414-A5BC-6D1570BA5E10}"/>
                    </a:ext>
                  </a:extLst>
                </p:cNvPr>
                <p:cNvSpPr txBox="1"/>
                <p:nvPr/>
              </p:nvSpPr>
              <p:spPr>
                <a:xfrm>
                  <a:off x="11033221" y="5241257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625FFA94-4EE6-C414-A5BC-6D1570BA5E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1" y="5241257"/>
                  <a:ext cx="3106271" cy="83099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B3B272E-F7B2-B82D-7ED9-7AB21CA99489}"/>
                    </a:ext>
                  </a:extLst>
                </p:cNvPr>
                <p:cNvSpPr txBox="1"/>
                <p:nvPr/>
              </p:nvSpPr>
              <p:spPr>
                <a:xfrm>
                  <a:off x="11033220" y="7896803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B3B272E-F7B2-B82D-7ED9-7AB21CA99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0" y="7896803"/>
                  <a:ext cx="3106271" cy="83099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BC420C9-FED5-AEE9-23F5-9462F86064F0}"/>
                    </a:ext>
                  </a:extLst>
                </p:cNvPr>
                <p:cNvSpPr txBox="1"/>
                <p:nvPr/>
              </p:nvSpPr>
              <p:spPr>
                <a:xfrm>
                  <a:off x="11033221" y="10080210"/>
                  <a:ext cx="310627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4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48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BC420C9-FED5-AEE9-23F5-9462F86064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33221" y="10080210"/>
                  <a:ext cx="3106271" cy="83099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2340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F07AA-4B2D-9726-AB33-CB79BE92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1B9F0E8-4FDD-FCFE-7FDE-5E8F91BE4F31}"/>
              </a:ext>
            </a:extLst>
          </p:cNvPr>
          <p:cNvGrpSpPr/>
          <p:nvPr/>
        </p:nvGrpSpPr>
        <p:grpSpPr>
          <a:xfrm>
            <a:off x="1115138" y="6439244"/>
            <a:ext cx="18378836" cy="4540368"/>
            <a:chOff x="1115138" y="6439244"/>
            <a:chExt cx="18378836" cy="454036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10EBFEF-826D-9713-8BE8-D9106787C7EE}"/>
                </a:ext>
              </a:extLst>
            </p:cNvPr>
            <p:cNvCxnSpPr>
              <a:cxnSpLocks/>
            </p:cNvCxnSpPr>
            <p:nvPr/>
          </p:nvCxnSpPr>
          <p:spPr>
            <a:xfrm>
              <a:off x="16343928" y="10979612"/>
              <a:ext cx="2575258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92B7B1-716F-6808-607D-C5B25DD482A8}"/>
                    </a:ext>
                  </a:extLst>
                </p:cNvPr>
                <p:cNvSpPr txBox="1"/>
                <p:nvPr/>
              </p:nvSpPr>
              <p:spPr>
                <a:xfrm>
                  <a:off x="1115138" y="7981253"/>
                  <a:ext cx="3133208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p>
                          <m:sSupPr>
                            <m:ctrlP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4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4800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  <m:d>
                                  <m:dPr>
                                    <m:ctrlP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4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4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TR" sz="4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792B7B1-716F-6808-607D-C5B25DD482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138" y="7981253"/>
                  <a:ext cx="3133208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Freeform 56">
              <a:extLst>
                <a:ext uri="{FF2B5EF4-FFF2-40B4-BE49-F238E27FC236}">
                  <a16:creationId xmlns:a16="http://schemas.microsoft.com/office/drawing/2014/main" id="{BBFC3EB8-AD18-FC3B-98BC-694B46B7CE60}"/>
                </a:ext>
              </a:extLst>
            </p:cNvPr>
            <p:cNvSpPr/>
            <p:nvPr/>
          </p:nvSpPr>
          <p:spPr>
            <a:xfrm>
              <a:off x="1652223" y="7261413"/>
              <a:ext cx="6633882" cy="2816156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9018717"/>
                <a:gd name="connsiteY0" fmla="*/ 1706881 h 1745140"/>
                <a:gd name="connsiteX1" fmla="*/ 903983 w 9018717"/>
                <a:gd name="connsiteY1" fmla="*/ 1718456 h 1745140"/>
                <a:gd name="connsiteX2" fmla="*/ 2926080 w 9018717"/>
                <a:gd name="connsiteY2" fmla="*/ 1 h 1745140"/>
                <a:gd name="connsiteX3" fmla="*/ 4939689 w 9018717"/>
                <a:gd name="connsiteY3" fmla="*/ 1725786 h 1745140"/>
                <a:gd name="connsiteX4" fmla="*/ 9018717 w 9018717"/>
                <a:gd name="connsiteY4" fmla="*/ 1745140 h 1745140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834469"/>
                <a:gd name="connsiteX1" fmla="*/ 1906063 w 10020797"/>
                <a:gd name="connsiteY1" fmla="*/ 1718456 h 1834469"/>
                <a:gd name="connsiteX2" fmla="*/ 3928160 w 10020797"/>
                <a:gd name="connsiteY2" fmla="*/ 1 h 1834469"/>
                <a:gd name="connsiteX3" fmla="*/ 5941769 w 10020797"/>
                <a:gd name="connsiteY3" fmla="*/ 1725786 h 1834469"/>
                <a:gd name="connsiteX4" fmla="*/ 10020797 w 10020797"/>
                <a:gd name="connsiteY4" fmla="*/ 1745140 h 1834469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10020797"/>
                <a:gd name="connsiteY0" fmla="*/ 1680197 h 1745140"/>
                <a:gd name="connsiteX1" fmla="*/ 1906063 w 10020797"/>
                <a:gd name="connsiteY1" fmla="*/ 1718456 h 1745140"/>
                <a:gd name="connsiteX2" fmla="*/ 3928160 w 10020797"/>
                <a:gd name="connsiteY2" fmla="*/ 1 h 1745140"/>
                <a:gd name="connsiteX3" fmla="*/ 5941769 w 10020797"/>
                <a:gd name="connsiteY3" fmla="*/ 1725786 h 1745140"/>
                <a:gd name="connsiteX4" fmla="*/ 10020797 w 10020797"/>
                <a:gd name="connsiteY4" fmla="*/ 1745140 h 1745140"/>
                <a:gd name="connsiteX0" fmla="*/ 0 w 7930898"/>
                <a:gd name="connsiteY0" fmla="*/ 1680197 h 1726993"/>
                <a:gd name="connsiteX1" fmla="*/ 1906063 w 7930898"/>
                <a:gd name="connsiteY1" fmla="*/ 1718456 h 1726993"/>
                <a:gd name="connsiteX2" fmla="*/ 3928160 w 7930898"/>
                <a:gd name="connsiteY2" fmla="*/ 1 h 1726993"/>
                <a:gd name="connsiteX3" fmla="*/ 5941769 w 7930898"/>
                <a:gd name="connsiteY3" fmla="*/ 1725786 h 1726993"/>
                <a:gd name="connsiteX4" fmla="*/ 7930898 w 7930898"/>
                <a:gd name="connsiteY4" fmla="*/ 1716886 h 1726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30898" h="1726993">
                  <a:moveTo>
                    <a:pt x="0" y="1680197"/>
                  </a:moveTo>
                  <a:cubicBezTo>
                    <a:pt x="635354" y="1692950"/>
                    <a:pt x="795879" y="1731647"/>
                    <a:pt x="1906063" y="1718456"/>
                  </a:cubicBezTo>
                  <a:cubicBezTo>
                    <a:pt x="3016247" y="1705265"/>
                    <a:pt x="3255542" y="-1221"/>
                    <a:pt x="3928160" y="1"/>
                  </a:cubicBezTo>
                  <a:cubicBezTo>
                    <a:pt x="4600778" y="1223"/>
                    <a:pt x="4908664" y="1728744"/>
                    <a:pt x="5941769" y="1725786"/>
                  </a:cubicBezTo>
                  <a:cubicBezTo>
                    <a:pt x="7301445" y="1732237"/>
                    <a:pt x="6571222" y="1710435"/>
                    <a:pt x="7930898" y="1716886"/>
                  </a:cubicBez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6EAC2F28-3E9E-6EA2-2F32-5C6799D43726}"/>
                </a:ext>
              </a:extLst>
            </p:cNvPr>
            <p:cNvSpPr/>
            <p:nvPr/>
          </p:nvSpPr>
          <p:spPr>
            <a:xfrm>
              <a:off x="10094831" y="7028809"/>
              <a:ext cx="7421283" cy="3203380"/>
            </a:xfrm>
            <a:custGeom>
              <a:avLst/>
              <a:gdLst>
                <a:gd name="connsiteX0" fmla="*/ 0 w 5791200"/>
                <a:gd name="connsiteY0" fmla="*/ 1706893 h 1894901"/>
                <a:gd name="connsiteX1" fmla="*/ 1737360 w 5791200"/>
                <a:gd name="connsiteY1" fmla="*/ 1706893 h 1894901"/>
                <a:gd name="connsiteX2" fmla="*/ 2926080 w 5791200"/>
                <a:gd name="connsiteY2" fmla="*/ 13 h 1894901"/>
                <a:gd name="connsiteX3" fmla="*/ 4175760 w 5791200"/>
                <a:gd name="connsiteY3" fmla="*/ 1737373 h 1894901"/>
                <a:gd name="connsiteX4" fmla="*/ 5791200 w 5791200"/>
                <a:gd name="connsiteY4" fmla="*/ 1706893 h 1894901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71137"/>
                <a:gd name="connsiteX1" fmla="*/ 1737360 w 5791200"/>
                <a:gd name="connsiteY1" fmla="*/ 1706893 h 1871137"/>
                <a:gd name="connsiteX2" fmla="*/ 2926080 w 5791200"/>
                <a:gd name="connsiteY2" fmla="*/ 13 h 1871137"/>
                <a:gd name="connsiteX3" fmla="*/ 4175760 w 5791200"/>
                <a:gd name="connsiteY3" fmla="*/ 1737373 h 1871137"/>
                <a:gd name="connsiteX4" fmla="*/ 5791200 w 5791200"/>
                <a:gd name="connsiteY4" fmla="*/ 1706893 h 1871137"/>
                <a:gd name="connsiteX0" fmla="*/ 0 w 5791200"/>
                <a:gd name="connsiteY0" fmla="*/ 1706893 h 1837966"/>
                <a:gd name="connsiteX1" fmla="*/ 1737360 w 5791200"/>
                <a:gd name="connsiteY1" fmla="*/ 1706893 h 1837966"/>
                <a:gd name="connsiteX2" fmla="*/ 2926080 w 5791200"/>
                <a:gd name="connsiteY2" fmla="*/ 13 h 1837966"/>
                <a:gd name="connsiteX3" fmla="*/ 4175760 w 5791200"/>
                <a:gd name="connsiteY3" fmla="*/ 1737373 h 1837966"/>
                <a:gd name="connsiteX4" fmla="*/ 5791200 w 5791200"/>
                <a:gd name="connsiteY4" fmla="*/ 1706893 h 1837966"/>
                <a:gd name="connsiteX0" fmla="*/ 0 w 5791200"/>
                <a:gd name="connsiteY0" fmla="*/ 1706893 h 1835294"/>
                <a:gd name="connsiteX1" fmla="*/ 1737360 w 5791200"/>
                <a:gd name="connsiteY1" fmla="*/ 1706893 h 1835294"/>
                <a:gd name="connsiteX2" fmla="*/ 2926080 w 5791200"/>
                <a:gd name="connsiteY2" fmla="*/ 13 h 1835294"/>
                <a:gd name="connsiteX3" fmla="*/ 4175760 w 5791200"/>
                <a:gd name="connsiteY3" fmla="*/ 1737373 h 1835294"/>
                <a:gd name="connsiteX4" fmla="*/ 5791200 w 5791200"/>
                <a:gd name="connsiteY4" fmla="*/ 1706893 h 1835294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416"/>
                <a:gd name="connsiteX1" fmla="*/ 1737360 w 5791200"/>
                <a:gd name="connsiteY1" fmla="*/ 1706892 h 1737416"/>
                <a:gd name="connsiteX2" fmla="*/ 2926080 w 5791200"/>
                <a:gd name="connsiteY2" fmla="*/ 12 h 1737416"/>
                <a:gd name="connsiteX3" fmla="*/ 4175760 w 5791200"/>
                <a:gd name="connsiteY3" fmla="*/ 1737372 h 1737416"/>
                <a:gd name="connsiteX4" fmla="*/ 5791200 w 5791200"/>
                <a:gd name="connsiteY4" fmla="*/ 1706892 h 1737416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92 h 1737372"/>
                <a:gd name="connsiteX1" fmla="*/ 1737360 w 5791200"/>
                <a:gd name="connsiteY1" fmla="*/ 1706892 h 1737372"/>
                <a:gd name="connsiteX2" fmla="*/ 2926080 w 5791200"/>
                <a:gd name="connsiteY2" fmla="*/ 12 h 1737372"/>
                <a:gd name="connsiteX3" fmla="*/ 4175760 w 5791200"/>
                <a:gd name="connsiteY3" fmla="*/ 1737372 h 1737372"/>
                <a:gd name="connsiteX4" fmla="*/ 5791200 w 5791200"/>
                <a:gd name="connsiteY4" fmla="*/ 1706892 h 1737372"/>
                <a:gd name="connsiteX0" fmla="*/ 0 w 5791200"/>
                <a:gd name="connsiteY0" fmla="*/ 1706885 h 1737365"/>
                <a:gd name="connsiteX1" fmla="*/ 1054454 w 5791200"/>
                <a:gd name="connsiteY1" fmla="*/ 1718460 h 1737365"/>
                <a:gd name="connsiteX2" fmla="*/ 2926080 w 5791200"/>
                <a:gd name="connsiteY2" fmla="*/ 5 h 1737365"/>
                <a:gd name="connsiteX3" fmla="*/ 4175760 w 5791200"/>
                <a:gd name="connsiteY3" fmla="*/ 1737365 h 1737365"/>
                <a:gd name="connsiteX4" fmla="*/ 5791200 w 5791200"/>
                <a:gd name="connsiteY4" fmla="*/ 1706885 h 1737365"/>
                <a:gd name="connsiteX0" fmla="*/ 0 w 5791200"/>
                <a:gd name="connsiteY0" fmla="*/ 1706881 h 1725786"/>
                <a:gd name="connsiteX1" fmla="*/ 1054454 w 5791200"/>
                <a:gd name="connsiteY1" fmla="*/ 1718456 h 1725786"/>
                <a:gd name="connsiteX2" fmla="*/ 2926080 w 5791200"/>
                <a:gd name="connsiteY2" fmla="*/ 1 h 1725786"/>
                <a:gd name="connsiteX3" fmla="*/ 4939689 w 5791200"/>
                <a:gd name="connsiteY3" fmla="*/ 1725786 h 1725786"/>
                <a:gd name="connsiteX4" fmla="*/ 5791200 w 5791200"/>
                <a:gd name="connsiteY4" fmla="*/ 1706881 h 1725786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1054454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791200"/>
                <a:gd name="connsiteY0" fmla="*/ 1706881 h 1725987"/>
                <a:gd name="connsiteX1" fmla="*/ 903983 w 5791200"/>
                <a:gd name="connsiteY1" fmla="*/ 1718456 h 1725987"/>
                <a:gd name="connsiteX2" fmla="*/ 2926080 w 5791200"/>
                <a:gd name="connsiteY2" fmla="*/ 1 h 1725987"/>
                <a:gd name="connsiteX3" fmla="*/ 4939689 w 5791200"/>
                <a:gd name="connsiteY3" fmla="*/ 1725786 h 1725987"/>
                <a:gd name="connsiteX4" fmla="*/ 5791200 w 5791200"/>
                <a:gd name="connsiteY4" fmla="*/ 1706881 h 1725987"/>
                <a:gd name="connsiteX0" fmla="*/ 0 w 5860648"/>
                <a:gd name="connsiteY0" fmla="*/ 1706881 h 1851736"/>
                <a:gd name="connsiteX1" fmla="*/ 903983 w 5860648"/>
                <a:gd name="connsiteY1" fmla="*/ 1718456 h 1851736"/>
                <a:gd name="connsiteX2" fmla="*/ 2926080 w 5860648"/>
                <a:gd name="connsiteY2" fmla="*/ 1 h 1851736"/>
                <a:gd name="connsiteX3" fmla="*/ 4939689 w 5860648"/>
                <a:gd name="connsiteY3" fmla="*/ 1725786 h 1851736"/>
                <a:gd name="connsiteX4" fmla="*/ 5860648 w 5860648"/>
                <a:gd name="connsiteY4" fmla="*/ 1718456 h 1851736"/>
                <a:gd name="connsiteX0" fmla="*/ 0 w 5860648"/>
                <a:gd name="connsiteY0" fmla="*/ 1706881 h 1725789"/>
                <a:gd name="connsiteX1" fmla="*/ 903983 w 5860648"/>
                <a:gd name="connsiteY1" fmla="*/ 1718456 h 1725789"/>
                <a:gd name="connsiteX2" fmla="*/ 2926080 w 5860648"/>
                <a:gd name="connsiteY2" fmla="*/ 1 h 1725789"/>
                <a:gd name="connsiteX3" fmla="*/ 4939689 w 5860648"/>
                <a:gd name="connsiteY3" fmla="*/ 1725786 h 1725789"/>
                <a:gd name="connsiteX4" fmla="*/ 5860648 w 5860648"/>
                <a:gd name="connsiteY4" fmla="*/ 1718456 h 1725789"/>
                <a:gd name="connsiteX0" fmla="*/ 0 w 7283342"/>
                <a:gd name="connsiteY0" fmla="*/ 1609401 h 1815337"/>
                <a:gd name="connsiteX1" fmla="*/ 2326677 w 7283342"/>
                <a:gd name="connsiteY1" fmla="*/ 1718456 h 1815337"/>
                <a:gd name="connsiteX2" fmla="*/ 4348774 w 7283342"/>
                <a:gd name="connsiteY2" fmla="*/ 1 h 1815337"/>
                <a:gd name="connsiteX3" fmla="*/ 6362383 w 7283342"/>
                <a:gd name="connsiteY3" fmla="*/ 1725786 h 1815337"/>
                <a:gd name="connsiteX4" fmla="*/ 7283342 w 7283342"/>
                <a:gd name="connsiteY4" fmla="*/ 1718456 h 1815337"/>
                <a:gd name="connsiteX0" fmla="*/ 0 w 7283342"/>
                <a:gd name="connsiteY0" fmla="*/ 1609401 h 1736094"/>
                <a:gd name="connsiteX1" fmla="*/ 2326677 w 7283342"/>
                <a:gd name="connsiteY1" fmla="*/ 1718456 h 1736094"/>
                <a:gd name="connsiteX2" fmla="*/ 4348774 w 7283342"/>
                <a:gd name="connsiteY2" fmla="*/ 1 h 1736094"/>
                <a:gd name="connsiteX3" fmla="*/ 6362383 w 7283342"/>
                <a:gd name="connsiteY3" fmla="*/ 1725786 h 1736094"/>
                <a:gd name="connsiteX4" fmla="*/ 7283342 w 7283342"/>
                <a:gd name="connsiteY4" fmla="*/ 1718456 h 1736094"/>
                <a:gd name="connsiteX0" fmla="*/ 0 w 7283342"/>
                <a:gd name="connsiteY0" fmla="*/ 1609401 h 1725789"/>
                <a:gd name="connsiteX1" fmla="*/ 2326677 w 7283342"/>
                <a:gd name="connsiteY1" fmla="*/ 1718456 h 1725789"/>
                <a:gd name="connsiteX2" fmla="*/ 4348774 w 7283342"/>
                <a:gd name="connsiteY2" fmla="*/ 1 h 1725789"/>
                <a:gd name="connsiteX3" fmla="*/ 6362383 w 7283342"/>
                <a:gd name="connsiteY3" fmla="*/ 1725786 h 1725789"/>
                <a:gd name="connsiteX4" fmla="*/ 7283342 w 7283342"/>
                <a:gd name="connsiteY4" fmla="*/ 1718456 h 1725789"/>
                <a:gd name="connsiteX0" fmla="*/ 0 w 7283342"/>
                <a:gd name="connsiteY0" fmla="*/ 1808830 h 1925224"/>
                <a:gd name="connsiteX1" fmla="*/ 2326677 w 7283342"/>
                <a:gd name="connsiteY1" fmla="*/ 1917885 h 1925224"/>
                <a:gd name="connsiteX2" fmla="*/ 4348774 w 7283342"/>
                <a:gd name="connsiteY2" fmla="*/ 199430 h 1925224"/>
                <a:gd name="connsiteX3" fmla="*/ 6362383 w 7283342"/>
                <a:gd name="connsiteY3" fmla="*/ 1925215 h 1925224"/>
                <a:gd name="connsiteX4" fmla="*/ 7283342 w 7283342"/>
                <a:gd name="connsiteY4" fmla="*/ 1917885 h 1925224"/>
                <a:gd name="connsiteX0" fmla="*/ 0 w 7283342"/>
                <a:gd name="connsiteY0" fmla="*/ 1756018 h 1872406"/>
                <a:gd name="connsiteX1" fmla="*/ 2326677 w 7283342"/>
                <a:gd name="connsiteY1" fmla="*/ 1865073 h 1872406"/>
                <a:gd name="connsiteX2" fmla="*/ 3515877 w 7283342"/>
                <a:gd name="connsiteY2" fmla="*/ 288832 h 1872406"/>
                <a:gd name="connsiteX3" fmla="*/ 4348774 w 7283342"/>
                <a:gd name="connsiteY3" fmla="*/ 146618 h 1872406"/>
                <a:gd name="connsiteX4" fmla="*/ 6362383 w 7283342"/>
                <a:gd name="connsiteY4" fmla="*/ 1872403 h 1872406"/>
                <a:gd name="connsiteX5" fmla="*/ 7283342 w 7283342"/>
                <a:gd name="connsiteY5" fmla="*/ 1865073 h 1872406"/>
                <a:gd name="connsiteX0" fmla="*/ 0 w 7283342"/>
                <a:gd name="connsiteY0" fmla="*/ 2162893 h 2279283"/>
                <a:gd name="connsiteX1" fmla="*/ 2326677 w 7283342"/>
                <a:gd name="connsiteY1" fmla="*/ 2271948 h 2279283"/>
                <a:gd name="connsiteX2" fmla="*/ 3515877 w 7283342"/>
                <a:gd name="connsiteY2" fmla="*/ 695707 h 2279283"/>
                <a:gd name="connsiteX3" fmla="*/ 4348774 w 7283342"/>
                <a:gd name="connsiteY3" fmla="*/ 553493 h 2279283"/>
                <a:gd name="connsiteX4" fmla="*/ 6362383 w 7283342"/>
                <a:gd name="connsiteY4" fmla="*/ 2279278 h 2279283"/>
                <a:gd name="connsiteX5" fmla="*/ 7283342 w 7283342"/>
                <a:gd name="connsiteY5" fmla="*/ 2271948 h 2279283"/>
                <a:gd name="connsiteX0" fmla="*/ 0 w 7283342"/>
                <a:gd name="connsiteY0" fmla="*/ 2162895 h 2279283"/>
                <a:gd name="connsiteX1" fmla="*/ 2326677 w 7283342"/>
                <a:gd name="connsiteY1" fmla="*/ 2271950 h 2279283"/>
                <a:gd name="connsiteX2" fmla="*/ 3515877 w 7283342"/>
                <a:gd name="connsiteY2" fmla="*/ 695709 h 2279283"/>
                <a:gd name="connsiteX3" fmla="*/ 4348774 w 7283342"/>
                <a:gd name="connsiteY3" fmla="*/ 553495 h 2279283"/>
                <a:gd name="connsiteX4" fmla="*/ 6362383 w 7283342"/>
                <a:gd name="connsiteY4" fmla="*/ 2279280 h 2279283"/>
                <a:gd name="connsiteX5" fmla="*/ 7283342 w 7283342"/>
                <a:gd name="connsiteY5" fmla="*/ 2271950 h 2279283"/>
                <a:gd name="connsiteX0" fmla="*/ 0 w 7283342"/>
                <a:gd name="connsiteY0" fmla="*/ 1831157 h 1947547"/>
                <a:gd name="connsiteX1" fmla="*/ 2326677 w 7283342"/>
                <a:gd name="connsiteY1" fmla="*/ 1940212 h 1947547"/>
                <a:gd name="connsiteX2" fmla="*/ 3515877 w 7283342"/>
                <a:gd name="connsiteY2" fmla="*/ 363971 h 1947547"/>
                <a:gd name="connsiteX3" fmla="*/ 4348774 w 7283342"/>
                <a:gd name="connsiteY3" fmla="*/ 221757 h 1947547"/>
                <a:gd name="connsiteX4" fmla="*/ 6362383 w 7283342"/>
                <a:gd name="connsiteY4" fmla="*/ 1947542 h 1947547"/>
                <a:gd name="connsiteX5" fmla="*/ 7283342 w 7283342"/>
                <a:gd name="connsiteY5" fmla="*/ 1940212 h 1947547"/>
                <a:gd name="connsiteX0" fmla="*/ 0 w 7283342"/>
                <a:gd name="connsiteY0" fmla="*/ 2022717 h 2139103"/>
                <a:gd name="connsiteX1" fmla="*/ 2326677 w 7283342"/>
                <a:gd name="connsiteY1" fmla="*/ 2131772 h 2139103"/>
                <a:gd name="connsiteX2" fmla="*/ 3515877 w 7283342"/>
                <a:gd name="connsiteY2" fmla="*/ 555531 h 2139103"/>
                <a:gd name="connsiteX3" fmla="*/ 4348774 w 7283342"/>
                <a:gd name="connsiteY3" fmla="*/ 413317 h 2139103"/>
                <a:gd name="connsiteX4" fmla="*/ 6362383 w 7283342"/>
                <a:gd name="connsiteY4" fmla="*/ 2139102 h 2139103"/>
                <a:gd name="connsiteX5" fmla="*/ 7283342 w 7283342"/>
                <a:gd name="connsiteY5" fmla="*/ 2131772 h 2139103"/>
                <a:gd name="connsiteX0" fmla="*/ 0 w 7283342"/>
                <a:gd name="connsiteY0" fmla="*/ 2022717 h 2139104"/>
                <a:gd name="connsiteX1" fmla="*/ 2337294 w 7283342"/>
                <a:gd name="connsiteY1" fmla="*/ 2076612 h 2139104"/>
                <a:gd name="connsiteX2" fmla="*/ 3515877 w 7283342"/>
                <a:gd name="connsiteY2" fmla="*/ 555531 h 2139104"/>
                <a:gd name="connsiteX3" fmla="*/ 4348774 w 7283342"/>
                <a:gd name="connsiteY3" fmla="*/ 413317 h 2139104"/>
                <a:gd name="connsiteX4" fmla="*/ 6362383 w 7283342"/>
                <a:gd name="connsiteY4" fmla="*/ 2139102 h 2139104"/>
                <a:gd name="connsiteX5" fmla="*/ 7283342 w 7283342"/>
                <a:gd name="connsiteY5" fmla="*/ 2131772 h 2139104"/>
                <a:gd name="connsiteX0" fmla="*/ 0 w 7283342"/>
                <a:gd name="connsiteY0" fmla="*/ 2022717 h 2173584"/>
                <a:gd name="connsiteX1" fmla="*/ 2337294 w 7283342"/>
                <a:gd name="connsiteY1" fmla="*/ 2076612 h 2173584"/>
                <a:gd name="connsiteX2" fmla="*/ 3515877 w 7283342"/>
                <a:gd name="connsiteY2" fmla="*/ 555531 h 2173584"/>
                <a:gd name="connsiteX3" fmla="*/ 4348774 w 7283342"/>
                <a:gd name="connsiteY3" fmla="*/ 413317 h 2173584"/>
                <a:gd name="connsiteX4" fmla="*/ 6362383 w 7283342"/>
                <a:gd name="connsiteY4" fmla="*/ 2139102 h 2173584"/>
                <a:gd name="connsiteX5" fmla="*/ 7283342 w 7283342"/>
                <a:gd name="connsiteY5" fmla="*/ 2131772 h 2173584"/>
                <a:gd name="connsiteX0" fmla="*/ 0 w 7283342"/>
                <a:gd name="connsiteY0" fmla="*/ 2022717 h 2139104"/>
                <a:gd name="connsiteX1" fmla="*/ 2337294 w 7283342"/>
                <a:gd name="connsiteY1" fmla="*/ 2076612 h 2139104"/>
                <a:gd name="connsiteX2" fmla="*/ 3515877 w 7283342"/>
                <a:gd name="connsiteY2" fmla="*/ 555531 h 2139104"/>
                <a:gd name="connsiteX3" fmla="*/ 4348774 w 7283342"/>
                <a:gd name="connsiteY3" fmla="*/ 413317 h 2139104"/>
                <a:gd name="connsiteX4" fmla="*/ 6362383 w 7283342"/>
                <a:gd name="connsiteY4" fmla="*/ 2139102 h 2139104"/>
                <a:gd name="connsiteX5" fmla="*/ 7283342 w 7283342"/>
                <a:gd name="connsiteY5" fmla="*/ 2131772 h 2139104"/>
                <a:gd name="connsiteX0" fmla="*/ 0 w 7283342"/>
                <a:gd name="connsiteY0" fmla="*/ 2085757 h 2193276"/>
                <a:gd name="connsiteX1" fmla="*/ 2337294 w 7283342"/>
                <a:gd name="connsiteY1" fmla="*/ 2076612 h 2193276"/>
                <a:gd name="connsiteX2" fmla="*/ 3515877 w 7283342"/>
                <a:gd name="connsiteY2" fmla="*/ 555531 h 2193276"/>
                <a:gd name="connsiteX3" fmla="*/ 4348774 w 7283342"/>
                <a:gd name="connsiteY3" fmla="*/ 413317 h 2193276"/>
                <a:gd name="connsiteX4" fmla="*/ 6362383 w 7283342"/>
                <a:gd name="connsiteY4" fmla="*/ 2139102 h 2193276"/>
                <a:gd name="connsiteX5" fmla="*/ 7283342 w 7283342"/>
                <a:gd name="connsiteY5" fmla="*/ 2131772 h 2193276"/>
                <a:gd name="connsiteX0" fmla="*/ 0 w 7283342"/>
                <a:gd name="connsiteY0" fmla="*/ 2085757 h 2139104"/>
                <a:gd name="connsiteX1" fmla="*/ 2337294 w 7283342"/>
                <a:gd name="connsiteY1" fmla="*/ 2076612 h 2139104"/>
                <a:gd name="connsiteX2" fmla="*/ 3515877 w 7283342"/>
                <a:gd name="connsiteY2" fmla="*/ 555531 h 2139104"/>
                <a:gd name="connsiteX3" fmla="*/ 4348774 w 7283342"/>
                <a:gd name="connsiteY3" fmla="*/ 413317 h 2139104"/>
                <a:gd name="connsiteX4" fmla="*/ 6362383 w 7283342"/>
                <a:gd name="connsiteY4" fmla="*/ 2139102 h 2139104"/>
                <a:gd name="connsiteX5" fmla="*/ 7283342 w 7283342"/>
                <a:gd name="connsiteY5" fmla="*/ 2131772 h 2139104"/>
                <a:gd name="connsiteX0" fmla="*/ 0 w 7283342"/>
                <a:gd name="connsiteY0" fmla="*/ 2594001 h 2647347"/>
                <a:gd name="connsiteX1" fmla="*/ 2337294 w 7283342"/>
                <a:gd name="connsiteY1" fmla="*/ 2584856 h 2647347"/>
                <a:gd name="connsiteX2" fmla="*/ 3515877 w 7283342"/>
                <a:gd name="connsiteY2" fmla="*/ 1063775 h 2647347"/>
                <a:gd name="connsiteX3" fmla="*/ 4348774 w 7283342"/>
                <a:gd name="connsiteY3" fmla="*/ 921561 h 2647347"/>
                <a:gd name="connsiteX4" fmla="*/ 6362383 w 7283342"/>
                <a:gd name="connsiteY4" fmla="*/ 2647346 h 2647347"/>
                <a:gd name="connsiteX5" fmla="*/ 7283342 w 7283342"/>
                <a:gd name="connsiteY5" fmla="*/ 2640016 h 2647347"/>
                <a:gd name="connsiteX0" fmla="*/ 0 w 7283342"/>
                <a:gd name="connsiteY0" fmla="*/ 1724603 h 1777951"/>
                <a:gd name="connsiteX1" fmla="*/ 2337294 w 7283342"/>
                <a:gd name="connsiteY1" fmla="*/ 1715458 h 1777951"/>
                <a:gd name="connsiteX2" fmla="*/ 3515877 w 7283342"/>
                <a:gd name="connsiteY2" fmla="*/ 194377 h 1777951"/>
                <a:gd name="connsiteX3" fmla="*/ 4348774 w 7283342"/>
                <a:gd name="connsiteY3" fmla="*/ 52163 h 1777951"/>
                <a:gd name="connsiteX4" fmla="*/ 6362383 w 7283342"/>
                <a:gd name="connsiteY4" fmla="*/ 1777948 h 1777951"/>
                <a:gd name="connsiteX5" fmla="*/ 7283342 w 7283342"/>
                <a:gd name="connsiteY5" fmla="*/ 1770618 h 1777951"/>
                <a:gd name="connsiteX0" fmla="*/ 0 w 7283342"/>
                <a:gd name="connsiteY0" fmla="*/ 1771114 h 1824463"/>
                <a:gd name="connsiteX1" fmla="*/ 2337294 w 7283342"/>
                <a:gd name="connsiteY1" fmla="*/ 1761969 h 1824463"/>
                <a:gd name="connsiteX2" fmla="*/ 3515877 w 7283342"/>
                <a:gd name="connsiteY2" fmla="*/ 240888 h 1824463"/>
                <a:gd name="connsiteX3" fmla="*/ 3992983 w 7283342"/>
                <a:gd name="connsiteY3" fmla="*/ 215152 h 1824463"/>
                <a:gd name="connsiteX4" fmla="*/ 4348774 w 7283342"/>
                <a:gd name="connsiteY4" fmla="*/ 98674 h 1824463"/>
                <a:gd name="connsiteX5" fmla="*/ 6362383 w 7283342"/>
                <a:gd name="connsiteY5" fmla="*/ 1824459 h 1824463"/>
                <a:gd name="connsiteX6" fmla="*/ 7283342 w 7283342"/>
                <a:gd name="connsiteY6" fmla="*/ 1817129 h 1824463"/>
                <a:gd name="connsiteX0" fmla="*/ 0 w 7283342"/>
                <a:gd name="connsiteY0" fmla="*/ 1673306 h 1726654"/>
                <a:gd name="connsiteX1" fmla="*/ 2337294 w 7283342"/>
                <a:gd name="connsiteY1" fmla="*/ 1664161 h 1726654"/>
                <a:gd name="connsiteX2" fmla="*/ 3515877 w 7283342"/>
                <a:gd name="connsiteY2" fmla="*/ 143080 h 1726654"/>
                <a:gd name="connsiteX3" fmla="*/ 3813117 w 7283342"/>
                <a:gd name="connsiteY3" fmla="*/ 1475244 h 1726654"/>
                <a:gd name="connsiteX4" fmla="*/ 4348774 w 7283342"/>
                <a:gd name="connsiteY4" fmla="*/ 866 h 1726654"/>
                <a:gd name="connsiteX5" fmla="*/ 6362383 w 7283342"/>
                <a:gd name="connsiteY5" fmla="*/ 1726651 h 1726654"/>
                <a:gd name="connsiteX6" fmla="*/ 7283342 w 7283342"/>
                <a:gd name="connsiteY6" fmla="*/ 1719321 h 1726654"/>
                <a:gd name="connsiteX0" fmla="*/ 0 w 7283342"/>
                <a:gd name="connsiteY0" fmla="*/ 1530754 h 1584103"/>
                <a:gd name="connsiteX1" fmla="*/ 2337294 w 7283342"/>
                <a:gd name="connsiteY1" fmla="*/ 1521609 h 1584103"/>
                <a:gd name="connsiteX2" fmla="*/ 3515877 w 7283342"/>
                <a:gd name="connsiteY2" fmla="*/ 528 h 1584103"/>
                <a:gd name="connsiteX3" fmla="*/ 3813117 w 7283342"/>
                <a:gd name="connsiteY3" fmla="*/ 1332692 h 1584103"/>
                <a:gd name="connsiteX4" fmla="*/ 5045757 w 7283342"/>
                <a:gd name="connsiteY4" fmla="*/ 33527 h 1584103"/>
                <a:gd name="connsiteX5" fmla="*/ 6362383 w 7283342"/>
                <a:gd name="connsiteY5" fmla="*/ 1584099 h 1584103"/>
                <a:gd name="connsiteX6" fmla="*/ 7283342 w 7283342"/>
                <a:gd name="connsiteY6" fmla="*/ 1576769 h 1584103"/>
                <a:gd name="connsiteX0" fmla="*/ 0 w 7283342"/>
                <a:gd name="connsiteY0" fmla="*/ 1498206 h 1588994"/>
                <a:gd name="connsiteX1" fmla="*/ 2337294 w 7283342"/>
                <a:gd name="connsiteY1" fmla="*/ 1489061 h 1588994"/>
                <a:gd name="connsiteX2" fmla="*/ 3178627 w 7283342"/>
                <a:gd name="connsiteY2" fmla="*/ 172395 h 1588994"/>
                <a:gd name="connsiteX3" fmla="*/ 3813117 w 7283342"/>
                <a:gd name="connsiteY3" fmla="*/ 1300144 h 1588994"/>
                <a:gd name="connsiteX4" fmla="*/ 5045757 w 7283342"/>
                <a:gd name="connsiteY4" fmla="*/ 979 h 1588994"/>
                <a:gd name="connsiteX5" fmla="*/ 6362383 w 7283342"/>
                <a:gd name="connsiteY5" fmla="*/ 1551551 h 1588994"/>
                <a:gd name="connsiteX6" fmla="*/ 7283342 w 7283342"/>
                <a:gd name="connsiteY6" fmla="*/ 1544221 h 1588994"/>
                <a:gd name="connsiteX0" fmla="*/ 0 w 7283342"/>
                <a:gd name="connsiteY0" fmla="*/ 1498196 h 1588984"/>
                <a:gd name="connsiteX1" fmla="*/ 2337294 w 7283342"/>
                <a:gd name="connsiteY1" fmla="*/ 1489051 h 1588984"/>
                <a:gd name="connsiteX2" fmla="*/ 3178627 w 7283342"/>
                <a:gd name="connsiteY2" fmla="*/ 172385 h 1588984"/>
                <a:gd name="connsiteX3" fmla="*/ 3813117 w 7283342"/>
                <a:gd name="connsiteY3" fmla="*/ 1300134 h 1588984"/>
                <a:gd name="connsiteX4" fmla="*/ 5045757 w 7283342"/>
                <a:gd name="connsiteY4" fmla="*/ 969 h 1588984"/>
                <a:gd name="connsiteX5" fmla="*/ 6362383 w 7283342"/>
                <a:gd name="connsiteY5" fmla="*/ 1551541 h 1588984"/>
                <a:gd name="connsiteX6" fmla="*/ 7283342 w 7283342"/>
                <a:gd name="connsiteY6" fmla="*/ 1544211 h 1588984"/>
                <a:gd name="connsiteX0" fmla="*/ 0 w 7283342"/>
                <a:gd name="connsiteY0" fmla="*/ 1498196 h 1588984"/>
                <a:gd name="connsiteX1" fmla="*/ 2337294 w 7283342"/>
                <a:gd name="connsiteY1" fmla="*/ 1489051 h 1588984"/>
                <a:gd name="connsiteX2" fmla="*/ 3178627 w 7283342"/>
                <a:gd name="connsiteY2" fmla="*/ 172385 h 1588984"/>
                <a:gd name="connsiteX3" fmla="*/ 3813117 w 7283342"/>
                <a:gd name="connsiteY3" fmla="*/ 1300134 h 1588984"/>
                <a:gd name="connsiteX4" fmla="*/ 5045757 w 7283342"/>
                <a:gd name="connsiteY4" fmla="*/ 969 h 1588984"/>
                <a:gd name="connsiteX5" fmla="*/ 6362383 w 7283342"/>
                <a:gd name="connsiteY5" fmla="*/ 1551541 h 1588984"/>
                <a:gd name="connsiteX6" fmla="*/ 7283342 w 7283342"/>
                <a:gd name="connsiteY6" fmla="*/ 1544211 h 1588984"/>
                <a:gd name="connsiteX0" fmla="*/ 0 w 7283342"/>
                <a:gd name="connsiteY0" fmla="*/ 1497242 h 1588030"/>
                <a:gd name="connsiteX1" fmla="*/ 2337294 w 7283342"/>
                <a:gd name="connsiteY1" fmla="*/ 1488097 h 1588030"/>
                <a:gd name="connsiteX2" fmla="*/ 3178627 w 7283342"/>
                <a:gd name="connsiteY2" fmla="*/ 171431 h 1588030"/>
                <a:gd name="connsiteX3" fmla="*/ 4015467 w 7283342"/>
                <a:gd name="connsiteY3" fmla="*/ 1518196 h 1588030"/>
                <a:gd name="connsiteX4" fmla="*/ 5045757 w 7283342"/>
                <a:gd name="connsiteY4" fmla="*/ 15 h 1588030"/>
                <a:gd name="connsiteX5" fmla="*/ 6362383 w 7283342"/>
                <a:gd name="connsiteY5" fmla="*/ 1550587 h 1588030"/>
                <a:gd name="connsiteX6" fmla="*/ 7283342 w 7283342"/>
                <a:gd name="connsiteY6" fmla="*/ 1543257 h 1588030"/>
                <a:gd name="connsiteX0" fmla="*/ 0 w 7283342"/>
                <a:gd name="connsiteY0" fmla="*/ 1497242 h 1550591"/>
                <a:gd name="connsiteX1" fmla="*/ 2337294 w 7283342"/>
                <a:gd name="connsiteY1" fmla="*/ 1488097 h 1550591"/>
                <a:gd name="connsiteX2" fmla="*/ 3178627 w 7283342"/>
                <a:gd name="connsiteY2" fmla="*/ 171431 h 1550591"/>
                <a:gd name="connsiteX3" fmla="*/ 4015467 w 7283342"/>
                <a:gd name="connsiteY3" fmla="*/ 1518196 h 1550591"/>
                <a:gd name="connsiteX4" fmla="*/ 5045757 w 7283342"/>
                <a:gd name="connsiteY4" fmla="*/ 15 h 1550591"/>
                <a:gd name="connsiteX5" fmla="*/ 6362383 w 7283342"/>
                <a:gd name="connsiteY5" fmla="*/ 1550587 h 1550591"/>
                <a:gd name="connsiteX6" fmla="*/ 7283342 w 7283342"/>
                <a:gd name="connsiteY6" fmla="*/ 1543257 h 1550591"/>
                <a:gd name="connsiteX0" fmla="*/ 0 w 7283342"/>
                <a:gd name="connsiteY0" fmla="*/ 1497242 h 1550591"/>
                <a:gd name="connsiteX1" fmla="*/ 2337294 w 7283342"/>
                <a:gd name="connsiteY1" fmla="*/ 1488097 h 1550591"/>
                <a:gd name="connsiteX2" fmla="*/ 3178627 w 7283342"/>
                <a:gd name="connsiteY2" fmla="*/ 171431 h 1550591"/>
                <a:gd name="connsiteX3" fmla="*/ 4015467 w 7283342"/>
                <a:gd name="connsiteY3" fmla="*/ 1518196 h 1550591"/>
                <a:gd name="connsiteX4" fmla="*/ 5045757 w 7283342"/>
                <a:gd name="connsiteY4" fmla="*/ 15 h 1550591"/>
                <a:gd name="connsiteX5" fmla="*/ 6362383 w 7283342"/>
                <a:gd name="connsiteY5" fmla="*/ 1550587 h 1550591"/>
                <a:gd name="connsiteX6" fmla="*/ 7283342 w 7283342"/>
                <a:gd name="connsiteY6" fmla="*/ 1543257 h 1550591"/>
                <a:gd name="connsiteX0" fmla="*/ 0 w 7283342"/>
                <a:gd name="connsiteY0" fmla="*/ 1512586 h 1565934"/>
                <a:gd name="connsiteX1" fmla="*/ 2337294 w 7283342"/>
                <a:gd name="connsiteY1" fmla="*/ 1503441 h 1565934"/>
                <a:gd name="connsiteX2" fmla="*/ 3178627 w 7283342"/>
                <a:gd name="connsiteY2" fmla="*/ 186775 h 1565934"/>
                <a:gd name="connsiteX3" fmla="*/ 4015467 w 7283342"/>
                <a:gd name="connsiteY3" fmla="*/ 1533540 h 1565934"/>
                <a:gd name="connsiteX4" fmla="*/ 5045757 w 7283342"/>
                <a:gd name="connsiteY4" fmla="*/ 15359 h 1565934"/>
                <a:gd name="connsiteX5" fmla="*/ 6362383 w 7283342"/>
                <a:gd name="connsiteY5" fmla="*/ 1565931 h 1565934"/>
                <a:gd name="connsiteX6" fmla="*/ 7283342 w 7283342"/>
                <a:gd name="connsiteY6" fmla="*/ 1558601 h 1565934"/>
                <a:gd name="connsiteX0" fmla="*/ 0 w 7283342"/>
                <a:gd name="connsiteY0" fmla="*/ 1497239 h 1550588"/>
                <a:gd name="connsiteX1" fmla="*/ 2337294 w 7283342"/>
                <a:gd name="connsiteY1" fmla="*/ 1488094 h 1550588"/>
                <a:gd name="connsiteX2" fmla="*/ 3178627 w 7283342"/>
                <a:gd name="connsiteY2" fmla="*/ 171428 h 1550588"/>
                <a:gd name="connsiteX3" fmla="*/ 4015467 w 7283342"/>
                <a:gd name="connsiteY3" fmla="*/ 1518193 h 1550588"/>
                <a:gd name="connsiteX4" fmla="*/ 5045757 w 7283342"/>
                <a:gd name="connsiteY4" fmla="*/ 12 h 1550588"/>
                <a:gd name="connsiteX5" fmla="*/ 6362383 w 7283342"/>
                <a:gd name="connsiteY5" fmla="*/ 1550584 h 1550588"/>
                <a:gd name="connsiteX6" fmla="*/ 7283342 w 7283342"/>
                <a:gd name="connsiteY6" fmla="*/ 1543254 h 1550588"/>
                <a:gd name="connsiteX0" fmla="*/ 0 w 7283342"/>
                <a:gd name="connsiteY0" fmla="*/ 1497239 h 1560078"/>
                <a:gd name="connsiteX1" fmla="*/ 2337294 w 7283342"/>
                <a:gd name="connsiteY1" fmla="*/ 1488094 h 1560078"/>
                <a:gd name="connsiteX2" fmla="*/ 2844188 w 7283342"/>
                <a:gd name="connsiteY2" fmla="*/ 548926 h 1560078"/>
                <a:gd name="connsiteX3" fmla="*/ 4015467 w 7283342"/>
                <a:gd name="connsiteY3" fmla="*/ 1518193 h 1560078"/>
                <a:gd name="connsiteX4" fmla="*/ 5045757 w 7283342"/>
                <a:gd name="connsiteY4" fmla="*/ 12 h 1560078"/>
                <a:gd name="connsiteX5" fmla="*/ 6362383 w 7283342"/>
                <a:gd name="connsiteY5" fmla="*/ 1550584 h 1560078"/>
                <a:gd name="connsiteX6" fmla="*/ 7283342 w 7283342"/>
                <a:gd name="connsiteY6" fmla="*/ 1543254 h 1560078"/>
                <a:gd name="connsiteX0" fmla="*/ 0 w 7283342"/>
                <a:gd name="connsiteY0" fmla="*/ 1497239 h 1550588"/>
                <a:gd name="connsiteX1" fmla="*/ 2337294 w 7283342"/>
                <a:gd name="connsiteY1" fmla="*/ 1488094 h 1550588"/>
                <a:gd name="connsiteX2" fmla="*/ 2844188 w 7283342"/>
                <a:gd name="connsiteY2" fmla="*/ 548926 h 1550588"/>
                <a:gd name="connsiteX3" fmla="*/ 4015467 w 7283342"/>
                <a:gd name="connsiteY3" fmla="*/ 1518193 h 1550588"/>
                <a:gd name="connsiteX4" fmla="*/ 5045757 w 7283342"/>
                <a:gd name="connsiteY4" fmla="*/ 12 h 1550588"/>
                <a:gd name="connsiteX5" fmla="*/ 6362383 w 7283342"/>
                <a:gd name="connsiteY5" fmla="*/ 1550584 h 1550588"/>
                <a:gd name="connsiteX6" fmla="*/ 7283342 w 7283342"/>
                <a:gd name="connsiteY6" fmla="*/ 1543254 h 1550588"/>
                <a:gd name="connsiteX0" fmla="*/ 0 w 7283342"/>
                <a:gd name="connsiteY0" fmla="*/ 1497239 h 1550588"/>
                <a:gd name="connsiteX1" fmla="*/ 2321369 w 7283342"/>
                <a:gd name="connsiteY1" fmla="*/ 1503608 h 1550588"/>
                <a:gd name="connsiteX2" fmla="*/ 2844188 w 7283342"/>
                <a:gd name="connsiteY2" fmla="*/ 548926 h 1550588"/>
                <a:gd name="connsiteX3" fmla="*/ 4015467 w 7283342"/>
                <a:gd name="connsiteY3" fmla="*/ 1518193 h 1550588"/>
                <a:gd name="connsiteX4" fmla="*/ 5045757 w 7283342"/>
                <a:gd name="connsiteY4" fmla="*/ 12 h 1550588"/>
                <a:gd name="connsiteX5" fmla="*/ 6362383 w 7283342"/>
                <a:gd name="connsiteY5" fmla="*/ 1550584 h 1550588"/>
                <a:gd name="connsiteX6" fmla="*/ 7283342 w 7283342"/>
                <a:gd name="connsiteY6" fmla="*/ 1543254 h 1550588"/>
                <a:gd name="connsiteX0" fmla="*/ 0 w 6204143"/>
                <a:gd name="connsiteY0" fmla="*/ 1482638 h 1569109"/>
                <a:gd name="connsiteX1" fmla="*/ 1242170 w 6204143"/>
                <a:gd name="connsiteY1" fmla="*/ 1503608 h 1569109"/>
                <a:gd name="connsiteX2" fmla="*/ 1764989 w 6204143"/>
                <a:gd name="connsiteY2" fmla="*/ 548926 h 1569109"/>
                <a:gd name="connsiteX3" fmla="*/ 2936268 w 6204143"/>
                <a:gd name="connsiteY3" fmla="*/ 1518193 h 1569109"/>
                <a:gd name="connsiteX4" fmla="*/ 3966558 w 6204143"/>
                <a:gd name="connsiteY4" fmla="*/ 12 h 1569109"/>
                <a:gd name="connsiteX5" fmla="*/ 5283184 w 6204143"/>
                <a:gd name="connsiteY5" fmla="*/ 1550584 h 1569109"/>
                <a:gd name="connsiteX6" fmla="*/ 6204143 w 6204143"/>
                <a:gd name="connsiteY6" fmla="*/ 1543254 h 1569109"/>
                <a:gd name="connsiteX0" fmla="*/ 0 w 6204143"/>
                <a:gd name="connsiteY0" fmla="*/ 1482638 h 1550588"/>
                <a:gd name="connsiteX1" fmla="*/ 1242170 w 6204143"/>
                <a:gd name="connsiteY1" fmla="*/ 1503608 h 1550588"/>
                <a:gd name="connsiteX2" fmla="*/ 1764989 w 6204143"/>
                <a:gd name="connsiteY2" fmla="*/ 548926 h 1550588"/>
                <a:gd name="connsiteX3" fmla="*/ 2936268 w 6204143"/>
                <a:gd name="connsiteY3" fmla="*/ 1518193 h 1550588"/>
                <a:gd name="connsiteX4" fmla="*/ 3966558 w 6204143"/>
                <a:gd name="connsiteY4" fmla="*/ 12 h 1550588"/>
                <a:gd name="connsiteX5" fmla="*/ 5283184 w 6204143"/>
                <a:gd name="connsiteY5" fmla="*/ 1550584 h 1550588"/>
                <a:gd name="connsiteX6" fmla="*/ 6204143 w 6204143"/>
                <a:gd name="connsiteY6" fmla="*/ 1543254 h 1550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04143" h="1550588">
                  <a:moveTo>
                    <a:pt x="0" y="1482638"/>
                  </a:moveTo>
                  <a:cubicBezTo>
                    <a:pt x="414057" y="1489628"/>
                    <a:pt x="880555" y="1513216"/>
                    <a:pt x="1242170" y="1503608"/>
                  </a:cubicBezTo>
                  <a:cubicBezTo>
                    <a:pt x="1603785" y="1494000"/>
                    <a:pt x="1482639" y="546495"/>
                    <a:pt x="1764989" y="548926"/>
                  </a:cubicBezTo>
                  <a:cubicBezTo>
                    <a:pt x="2047339" y="551357"/>
                    <a:pt x="2569340" y="1609679"/>
                    <a:pt x="2936268" y="1518193"/>
                  </a:cubicBezTo>
                  <a:cubicBezTo>
                    <a:pt x="3303196" y="1426707"/>
                    <a:pt x="3702810" y="4956"/>
                    <a:pt x="3966558" y="12"/>
                  </a:cubicBezTo>
                  <a:cubicBezTo>
                    <a:pt x="4230306" y="-4932"/>
                    <a:pt x="4250079" y="1553542"/>
                    <a:pt x="5283184" y="1550584"/>
                  </a:cubicBezTo>
                  <a:lnTo>
                    <a:pt x="6204143" y="1543254"/>
                  </a:lnTo>
                </a:path>
              </a:pathLst>
            </a:custGeom>
            <a:solidFill>
              <a:srgbClr val="5B9BD5">
                <a:alpha val="30196"/>
              </a:srgbClr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R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36DD69F-F9F8-5596-1A36-142C25ECED35}"/>
                </a:ext>
              </a:extLst>
            </p:cNvPr>
            <p:cNvCxnSpPr>
              <a:cxnSpLocks/>
            </p:cNvCxnSpPr>
            <p:nvPr/>
          </p:nvCxnSpPr>
          <p:spPr>
            <a:xfrm>
              <a:off x="4915957" y="6562165"/>
              <a:ext cx="0" cy="3532677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8D803DC-39FB-370F-D7F4-4A5812C94CB0}"/>
                    </a:ext>
                  </a:extLst>
                </p:cNvPr>
                <p:cNvSpPr txBox="1"/>
                <p:nvPr/>
              </p:nvSpPr>
              <p:spPr>
                <a:xfrm>
                  <a:off x="18082033" y="10091662"/>
                  <a:ext cx="1411941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48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8D803DC-39FB-370F-D7F4-4A5812C94C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82033" y="10091662"/>
                  <a:ext cx="1411941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590D6DD-3F6B-F29C-83BD-E15FDC611364}"/>
                    </a:ext>
                  </a:extLst>
                </p:cNvPr>
                <p:cNvSpPr txBox="1"/>
                <p:nvPr/>
              </p:nvSpPr>
              <p:spPr>
                <a:xfrm>
                  <a:off x="5514365" y="6439244"/>
                  <a:ext cx="3728503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400" dirty="0">
                      <a:solidFill>
                        <a:srgbClr val="C00000"/>
                      </a:solidFill>
                    </a:rPr>
                    <a:t>Expectation value </a:t>
                  </a:r>
                  <a14:m>
                    <m:oMath xmlns:m="http://schemas.openxmlformats.org/officeDocument/2006/math">
                      <m:r>
                        <a:rPr lang="en-US" sz="4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4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4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</m:oMath>
                  </a14:m>
                  <a:endParaRPr lang="en-US" sz="4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590D6DD-3F6B-F29C-83BD-E15FDC6113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4365" y="6439244"/>
                  <a:ext cx="3728503" cy="1446550"/>
                </a:xfrm>
                <a:prstGeom prst="rect">
                  <a:avLst/>
                </a:prstGeom>
                <a:blipFill>
                  <a:blip r:embed="rId4"/>
                  <a:stretch>
                    <a:fillRect l="-6710" t="-8403" b="-189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F107E7C-B086-8FF0-31A2-D48757F93F9C}"/>
                    </a:ext>
                  </a:extLst>
                </p:cNvPr>
                <p:cNvSpPr txBox="1"/>
                <p:nvPr/>
              </p:nvSpPr>
              <p:spPr>
                <a:xfrm>
                  <a:off x="12583729" y="7028809"/>
                  <a:ext cx="2342864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4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⟩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F107E7C-B086-8FF0-31A2-D48757F93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83729" y="7028809"/>
                  <a:ext cx="2342864" cy="76944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34DB767-A17F-D615-0287-071D9610E9F0}"/>
                </a:ext>
              </a:extLst>
            </p:cNvPr>
            <p:cNvCxnSpPr>
              <a:cxnSpLocks/>
            </p:cNvCxnSpPr>
            <p:nvPr/>
          </p:nvCxnSpPr>
          <p:spPr>
            <a:xfrm>
              <a:off x="13755161" y="8047128"/>
              <a:ext cx="0" cy="1749980"/>
            </a:xfrm>
            <a:prstGeom prst="straightConnector1">
              <a:avLst/>
            </a:prstGeom>
            <a:ln w="762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803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12551</TotalTime>
  <Words>26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Davy Hoskens</dc:creator>
  <cp:lastModifiedBy>Michael Barbier</cp:lastModifiedBy>
  <cp:revision>404</cp:revision>
  <dcterms:created xsi:type="dcterms:W3CDTF">2016-03-16T17:36:50Z</dcterms:created>
  <dcterms:modified xsi:type="dcterms:W3CDTF">2026-09-29T11:25:31Z</dcterms:modified>
</cp:coreProperties>
</file>